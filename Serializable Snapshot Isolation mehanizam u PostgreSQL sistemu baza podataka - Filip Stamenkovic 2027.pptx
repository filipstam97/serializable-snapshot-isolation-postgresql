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Roboto"/>
      <p:regular r:id="rId25"/>
      <p:bold r:id="rId26"/>
      <p:italic r:id="rId27"/>
      <p:boldItalic r:id="rId28"/>
    </p:embeddedFont>
    <p:embeddedFont>
      <p:font typeface="Space Grotesk Light"/>
      <p:regular r:id="rId29"/>
      <p:bold r:id="rId30"/>
    </p:embeddedFont>
    <p:embeddedFont>
      <p:font typeface="Space Grotesk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SpaceGroteskLigh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paceGrotesk-regular.fntdata"/><Relationship Id="rId30" Type="http://schemas.openxmlformats.org/officeDocument/2006/relationships/font" Target="fonts/SpaceGroteskLight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SpaceGrotesk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9d1ebdf7c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9d1ebdf7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9d1ebdf7c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9d1ebdf7c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9d1ebdf7c5_0_7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9d1ebdf7c5_0_7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9d1ebdf7c5_0_7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9d1ebdf7c5_0_7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9d1ebdf7c5_0_8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9d1ebdf7c5_0_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9d1ebdf7c5_0_8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9d1ebdf7c5_0_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bdf64a4a6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bdf64a4a6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9d93737e9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9d93737e9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9d93737e9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9d93737e9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9d1ebdf7c5_0_7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9d1ebdf7c5_0_7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9d1ebdf7c5_0_7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9d1ebdf7c5_0_7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9d1ebdf7c5_0_8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9d1ebdf7c5_0_8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bdf64a4a6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bdf64a4a6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f85f78a35f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f85f78a35f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f85f78a35f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f85f78a35f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f8727a1a54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f8727a1a5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f85f78a35f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f85f78a35f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f8733cd75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f8733cd75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f85f78a35f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f85f78a35f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blank">
  <p:cSld name="BLANK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3659249">
            <a:off x="3884409" y="-1334980"/>
            <a:ext cx="7813599" cy="7813599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0" name="Google Shape;10;p2"/>
          <p:cNvSpPr txBox="1"/>
          <p:nvPr>
            <p:ph type="title"/>
          </p:nvPr>
        </p:nvSpPr>
        <p:spPr>
          <a:xfrm>
            <a:off x="226100" y="144575"/>
            <a:ext cx="8689200" cy="2322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2" type="title"/>
          </p:nvPr>
        </p:nvSpPr>
        <p:spPr>
          <a:xfrm>
            <a:off x="1404200" y="2784425"/>
            <a:ext cx="7551000" cy="2280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2888900"/>
            <a:ext cx="5107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3" type="subTitle"/>
          </p:nvPr>
        </p:nvSpPr>
        <p:spPr>
          <a:xfrm>
            <a:off x="226100" y="480161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4" type="subTitle"/>
          </p:nvPr>
        </p:nvSpPr>
        <p:spPr>
          <a:xfrm>
            <a:off x="6097200" y="3018188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description and two images">
  <p:cSld name="CUSTOM_3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>
            <p:ph idx="2" type="pic"/>
          </p:nvPr>
        </p:nvSpPr>
        <p:spPr>
          <a:xfrm>
            <a:off x="3766025" y="2334950"/>
            <a:ext cx="3346200" cy="1574400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3"/>
          <p:cNvSpPr/>
          <p:nvPr>
            <p:ph idx="3" type="pic"/>
          </p:nvPr>
        </p:nvSpPr>
        <p:spPr>
          <a:xfrm>
            <a:off x="228625" y="2334950"/>
            <a:ext cx="3346200" cy="1574400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228600" y="881625"/>
            <a:ext cx="55653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244677" y="1660325"/>
            <a:ext cx="4390500" cy="36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244675" y="4049575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244675" y="4406777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3766025" y="4049575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3766025" y="4406777"/>
            <a:ext cx="3215700" cy="1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hasCustomPrompt="1" idx="8" type="title"/>
          </p:nvPr>
        </p:nvSpPr>
        <p:spPr>
          <a:xfrm>
            <a:off x="149953" y="271577"/>
            <a:ext cx="1226400" cy="4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Space Grotesk"/>
              <a:buNone/>
              <a:defRPr sz="3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BLANK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228600" y="1177425"/>
            <a:ext cx="3755700" cy="179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228600" y="1177425"/>
            <a:ext cx="3755700" cy="22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31" name="Google Shape;31;p5"/>
          <p:cNvSpPr/>
          <p:nvPr/>
        </p:nvSpPr>
        <p:spPr>
          <a:xfrm rot="-4965287">
            <a:off x="3128596" y="1334473"/>
            <a:ext cx="9524549" cy="9524549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32" name="Google Shape;32;p5"/>
          <p:cNvSpPr txBox="1"/>
          <p:nvPr>
            <p:ph idx="2" type="subTitle"/>
          </p:nvPr>
        </p:nvSpPr>
        <p:spPr>
          <a:xfrm>
            <a:off x="5571900" y="3313500"/>
            <a:ext cx="3343500" cy="75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3" type="subTitle"/>
          </p:nvPr>
        </p:nvSpPr>
        <p:spPr>
          <a:xfrm>
            <a:off x="5571900" y="4320975"/>
            <a:ext cx="3343500" cy="35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ive messures">
  <p:cSld name="CUSTOM_8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212450" y="177900"/>
            <a:ext cx="5789400" cy="998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38" name="Google Shape;38;p7"/>
          <p:cNvSpPr txBox="1"/>
          <p:nvPr>
            <p:ph idx="2" type="title"/>
          </p:nvPr>
        </p:nvSpPr>
        <p:spPr>
          <a:xfrm>
            <a:off x="221800" y="2500876"/>
            <a:ext cx="2425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3" type="title"/>
          </p:nvPr>
        </p:nvSpPr>
        <p:spPr>
          <a:xfrm>
            <a:off x="221800" y="3264873"/>
            <a:ext cx="2425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4" type="title"/>
          </p:nvPr>
        </p:nvSpPr>
        <p:spPr>
          <a:xfrm>
            <a:off x="3355850" y="2500876"/>
            <a:ext cx="2425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5" type="title"/>
          </p:nvPr>
        </p:nvSpPr>
        <p:spPr>
          <a:xfrm>
            <a:off x="6489900" y="2500876"/>
            <a:ext cx="2425500" cy="6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6" type="title"/>
          </p:nvPr>
        </p:nvSpPr>
        <p:spPr>
          <a:xfrm>
            <a:off x="3355850" y="3264873"/>
            <a:ext cx="2425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3" name="Google Shape;43;p7"/>
          <p:cNvSpPr txBox="1"/>
          <p:nvPr>
            <p:ph idx="7" type="title"/>
          </p:nvPr>
        </p:nvSpPr>
        <p:spPr>
          <a:xfrm>
            <a:off x="6496700" y="3264873"/>
            <a:ext cx="24255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hasCustomPrompt="1" idx="8" type="title"/>
          </p:nvPr>
        </p:nvSpPr>
        <p:spPr>
          <a:xfrm>
            <a:off x="2286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45" name="Google Shape;45;p7"/>
          <p:cNvSpPr txBox="1"/>
          <p:nvPr>
            <p:ph idx="9" type="title"/>
          </p:nvPr>
        </p:nvSpPr>
        <p:spPr>
          <a:xfrm>
            <a:off x="2286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46" name="Google Shape;46;p7"/>
          <p:cNvSpPr txBox="1"/>
          <p:nvPr>
            <p:ph hasCustomPrompt="1" idx="13" type="title"/>
          </p:nvPr>
        </p:nvSpPr>
        <p:spPr>
          <a:xfrm>
            <a:off x="18648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47" name="Google Shape;47;p7"/>
          <p:cNvSpPr txBox="1"/>
          <p:nvPr>
            <p:ph idx="14" type="title"/>
          </p:nvPr>
        </p:nvSpPr>
        <p:spPr>
          <a:xfrm>
            <a:off x="18648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48" name="Google Shape;48;p7"/>
          <p:cNvSpPr txBox="1"/>
          <p:nvPr>
            <p:ph hasCustomPrompt="1" idx="15" type="title"/>
          </p:nvPr>
        </p:nvSpPr>
        <p:spPr>
          <a:xfrm>
            <a:off x="335925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49" name="Google Shape;49;p7"/>
          <p:cNvSpPr txBox="1"/>
          <p:nvPr>
            <p:ph idx="16" type="title"/>
          </p:nvPr>
        </p:nvSpPr>
        <p:spPr>
          <a:xfrm>
            <a:off x="335925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0" name="Google Shape;50;p7"/>
          <p:cNvSpPr txBox="1"/>
          <p:nvPr>
            <p:ph hasCustomPrompt="1" idx="17" type="title"/>
          </p:nvPr>
        </p:nvSpPr>
        <p:spPr>
          <a:xfrm>
            <a:off x="499545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7"/>
          <p:cNvSpPr txBox="1"/>
          <p:nvPr>
            <p:ph idx="18" type="title"/>
          </p:nvPr>
        </p:nvSpPr>
        <p:spPr>
          <a:xfrm>
            <a:off x="499545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2" name="Google Shape;52;p7"/>
          <p:cNvSpPr txBox="1"/>
          <p:nvPr>
            <p:ph hasCustomPrompt="1" idx="19" type="title"/>
          </p:nvPr>
        </p:nvSpPr>
        <p:spPr>
          <a:xfrm>
            <a:off x="64899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pace Grotesk Light"/>
              <a:buNone/>
              <a:defRPr sz="2400">
                <a:solidFill>
                  <a:schemeClr val="accent4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53" name="Google Shape;53;p7"/>
          <p:cNvSpPr txBox="1"/>
          <p:nvPr>
            <p:ph idx="20" type="title"/>
          </p:nvPr>
        </p:nvSpPr>
        <p:spPr>
          <a:xfrm>
            <a:off x="64899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54" name="Google Shape;54;p7"/>
          <p:cNvSpPr txBox="1"/>
          <p:nvPr>
            <p:ph hasCustomPrompt="1" idx="21" type="title"/>
          </p:nvPr>
        </p:nvSpPr>
        <p:spPr>
          <a:xfrm>
            <a:off x="8126103" y="4043131"/>
            <a:ext cx="1226400" cy="415500"/>
          </a:xfrm>
          <a:prstGeom prst="rect">
            <a:avLst/>
          </a:prstGeom>
        </p:spPr>
        <p:txBody>
          <a:bodyPr anchorCtr="0" anchor="b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Space Grotesk Light"/>
              <a:buNone/>
              <a:defRPr sz="2400">
                <a:solidFill>
                  <a:schemeClr val="accent2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7"/>
          <p:cNvSpPr txBox="1"/>
          <p:nvPr>
            <p:ph idx="22" type="title"/>
          </p:nvPr>
        </p:nvSpPr>
        <p:spPr>
          <a:xfrm>
            <a:off x="8126100" y="4412525"/>
            <a:ext cx="789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arter's highlighted outcomes">
  <p:cSld name="CUSTOM_7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type="title"/>
          </p:nvPr>
        </p:nvSpPr>
        <p:spPr>
          <a:xfrm>
            <a:off x="212450" y="177900"/>
            <a:ext cx="5789400" cy="7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58" name="Google Shape;58;p8"/>
          <p:cNvSpPr txBox="1"/>
          <p:nvPr>
            <p:ph idx="1" type="subTitle"/>
          </p:nvPr>
        </p:nvSpPr>
        <p:spPr>
          <a:xfrm>
            <a:off x="228600" y="1799302"/>
            <a:ext cx="16494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2" type="subTitle"/>
          </p:nvPr>
        </p:nvSpPr>
        <p:spPr>
          <a:xfrm>
            <a:off x="228600" y="2926752"/>
            <a:ext cx="16494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3" type="subTitle"/>
          </p:nvPr>
        </p:nvSpPr>
        <p:spPr>
          <a:xfrm>
            <a:off x="228600" y="4033496"/>
            <a:ext cx="16494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4" type="subTitle"/>
          </p:nvPr>
        </p:nvSpPr>
        <p:spPr>
          <a:xfrm>
            <a:off x="2443950" y="1820000"/>
            <a:ext cx="1928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2" name="Google Shape;62;p8"/>
          <p:cNvSpPr txBox="1"/>
          <p:nvPr>
            <p:ph idx="5" type="subTitle"/>
          </p:nvPr>
        </p:nvSpPr>
        <p:spPr>
          <a:xfrm>
            <a:off x="2443950" y="2937100"/>
            <a:ext cx="1928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6" type="subTitle"/>
          </p:nvPr>
        </p:nvSpPr>
        <p:spPr>
          <a:xfrm>
            <a:off x="2443950" y="4054200"/>
            <a:ext cx="19287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7" type="subTitle"/>
          </p:nvPr>
        </p:nvSpPr>
        <p:spPr>
          <a:xfrm>
            <a:off x="5050200" y="1820000"/>
            <a:ext cx="27975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  <p:sp>
        <p:nvSpPr>
          <p:cNvPr id="65" name="Google Shape;65;p8"/>
          <p:cNvSpPr txBox="1"/>
          <p:nvPr>
            <p:ph idx="8" type="subTitle"/>
          </p:nvPr>
        </p:nvSpPr>
        <p:spPr>
          <a:xfrm>
            <a:off x="5050200" y="2937100"/>
            <a:ext cx="27975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  <p:sp>
        <p:nvSpPr>
          <p:cNvPr id="66" name="Google Shape;66;p8"/>
          <p:cNvSpPr txBox="1"/>
          <p:nvPr>
            <p:ph idx="9" type="subTitle"/>
          </p:nvPr>
        </p:nvSpPr>
        <p:spPr>
          <a:xfrm>
            <a:off x="5050200" y="4054200"/>
            <a:ext cx="2797500" cy="60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pace Grotesk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ndicators">
  <p:cSld name="CUSTOM_6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hasCustomPrompt="1" type="title"/>
          </p:nvPr>
        </p:nvSpPr>
        <p:spPr>
          <a:xfrm>
            <a:off x="3370125" y="3495645"/>
            <a:ext cx="11274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Space Grotesk Light"/>
              <a:buNone/>
              <a:defRPr sz="36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69" name="Google Shape;69;p9"/>
          <p:cNvSpPr txBox="1"/>
          <p:nvPr>
            <p:ph idx="1" type="subTitle"/>
          </p:nvPr>
        </p:nvSpPr>
        <p:spPr>
          <a:xfrm>
            <a:off x="3372000" y="3897425"/>
            <a:ext cx="11817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0" name="Google Shape;70;p9"/>
          <p:cNvSpPr txBox="1"/>
          <p:nvPr>
            <p:ph hasCustomPrompt="1" idx="2" type="title"/>
          </p:nvPr>
        </p:nvSpPr>
        <p:spPr>
          <a:xfrm>
            <a:off x="5819400" y="2556158"/>
            <a:ext cx="2208900" cy="79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400"/>
              <a:buFont typeface="Space Grotesk Light"/>
              <a:buNone/>
              <a:defRPr sz="74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71" name="Google Shape;71;p9"/>
          <p:cNvSpPr txBox="1"/>
          <p:nvPr>
            <p:ph idx="3" type="subTitle"/>
          </p:nvPr>
        </p:nvSpPr>
        <p:spPr>
          <a:xfrm>
            <a:off x="6017200" y="3305600"/>
            <a:ext cx="17316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2" name="Google Shape;72;p9"/>
          <p:cNvSpPr txBox="1"/>
          <p:nvPr>
            <p:ph idx="4" type="title"/>
          </p:nvPr>
        </p:nvSpPr>
        <p:spPr>
          <a:xfrm>
            <a:off x="212450" y="177900"/>
            <a:ext cx="5645700" cy="790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73" name="Google Shape;73;p9"/>
          <p:cNvSpPr txBox="1"/>
          <p:nvPr>
            <p:ph hasCustomPrompt="1" idx="5" type="title"/>
          </p:nvPr>
        </p:nvSpPr>
        <p:spPr>
          <a:xfrm>
            <a:off x="1753450" y="3792650"/>
            <a:ext cx="798000" cy="46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Space Grotesk Light"/>
              <a:buNone/>
              <a:defRPr sz="2000">
                <a:solidFill>
                  <a:schemeClr val="lt1"/>
                </a:solidFill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>
            <a:r>
              <a:t>xx%</a:t>
            </a:r>
          </a:p>
        </p:txBody>
      </p:sp>
      <p:sp>
        <p:nvSpPr>
          <p:cNvPr id="74" name="Google Shape;74;p9"/>
          <p:cNvSpPr txBox="1"/>
          <p:nvPr>
            <p:ph idx="6" type="subTitle"/>
          </p:nvPr>
        </p:nvSpPr>
        <p:spPr>
          <a:xfrm>
            <a:off x="1561550" y="4183550"/>
            <a:ext cx="1181700" cy="27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  <a:defRPr sz="12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items">
  <p:cSld name="CUSTOM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77" name="Google Shape;77;p10"/>
          <p:cNvSpPr txBox="1"/>
          <p:nvPr>
            <p:ph idx="1" type="subTitle"/>
          </p:nvPr>
        </p:nvSpPr>
        <p:spPr>
          <a:xfrm>
            <a:off x="591847" y="1999125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78" name="Google Shape;78;p10"/>
          <p:cNvSpPr txBox="1"/>
          <p:nvPr>
            <p:ph idx="2" type="subTitle"/>
          </p:nvPr>
        </p:nvSpPr>
        <p:spPr>
          <a:xfrm>
            <a:off x="587100" y="2375550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9" name="Google Shape;79;p10"/>
          <p:cNvSpPr txBox="1"/>
          <p:nvPr>
            <p:ph idx="3" type="subTitle"/>
          </p:nvPr>
        </p:nvSpPr>
        <p:spPr>
          <a:xfrm>
            <a:off x="4991772" y="1999125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80" name="Google Shape;80;p10"/>
          <p:cNvSpPr txBox="1"/>
          <p:nvPr>
            <p:ph idx="4" type="subTitle"/>
          </p:nvPr>
        </p:nvSpPr>
        <p:spPr>
          <a:xfrm>
            <a:off x="591847" y="3389100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81" name="Google Shape;81;p10"/>
          <p:cNvSpPr txBox="1"/>
          <p:nvPr>
            <p:ph idx="5" type="subTitle"/>
          </p:nvPr>
        </p:nvSpPr>
        <p:spPr>
          <a:xfrm>
            <a:off x="587100" y="3765525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2" name="Google Shape;82;p10"/>
          <p:cNvSpPr txBox="1"/>
          <p:nvPr>
            <p:ph idx="6" type="subTitle"/>
          </p:nvPr>
        </p:nvSpPr>
        <p:spPr>
          <a:xfrm>
            <a:off x="4987025" y="2375550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3" name="Google Shape;83;p10"/>
          <p:cNvSpPr txBox="1"/>
          <p:nvPr>
            <p:ph idx="7" type="subTitle"/>
          </p:nvPr>
        </p:nvSpPr>
        <p:spPr>
          <a:xfrm>
            <a:off x="4994147" y="3389100"/>
            <a:ext cx="2481300" cy="2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84" name="Google Shape;84;p10"/>
          <p:cNvSpPr txBox="1"/>
          <p:nvPr>
            <p:ph idx="8" type="subTitle"/>
          </p:nvPr>
        </p:nvSpPr>
        <p:spPr>
          <a:xfrm>
            <a:off x="4989400" y="3765525"/>
            <a:ext cx="2481300" cy="63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1">
  <p:cSld name="CUSTOM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/>
          <p:nvPr>
            <p:ph idx="2" type="pic"/>
          </p:nvPr>
        </p:nvSpPr>
        <p:spPr>
          <a:xfrm>
            <a:off x="2481280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1"/>
          <p:cNvSpPr/>
          <p:nvPr>
            <p:ph idx="3" type="pic"/>
          </p:nvPr>
        </p:nvSpPr>
        <p:spPr>
          <a:xfrm>
            <a:off x="4733955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1"/>
          <p:cNvSpPr/>
          <p:nvPr>
            <p:ph idx="4" type="pic"/>
          </p:nvPr>
        </p:nvSpPr>
        <p:spPr>
          <a:xfrm>
            <a:off x="6986630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11"/>
          <p:cNvSpPr/>
          <p:nvPr>
            <p:ph idx="5" type="pic"/>
          </p:nvPr>
        </p:nvSpPr>
        <p:spPr>
          <a:xfrm>
            <a:off x="228605" y="1138750"/>
            <a:ext cx="1928700" cy="19287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90" name="Google Shape;90;p11"/>
          <p:cNvCxnSpPr/>
          <p:nvPr/>
        </p:nvCxnSpPr>
        <p:spPr>
          <a:xfrm>
            <a:off x="228600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11"/>
          <p:cNvCxnSpPr/>
          <p:nvPr/>
        </p:nvCxnSpPr>
        <p:spPr>
          <a:xfrm>
            <a:off x="2481275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11"/>
          <p:cNvCxnSpPr/>
          <p:nvPr/>
        </p:nvCxnSpPr>
        <p:spPr>
          <a:xfrm>
            <a:off x="4733950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11"/>
          <p:cNvCxnSpPr/>
          <p:nvPr/>
        </p:nvCxnSpPr>
        <p:spPr>
          <a:xfrm>
            <a:off x="6986625" y="4912325"/>
            <a:ext cx="19287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" name="Google Shape;94;p11"/>
          <p:cNvSpPr txBox="1"/>
          <p:nvPr>
            <p:ph type="title"/>
          </p:nvPr>
        </p:nvSpPr>
        <p:spPr>
          <a:xfrm>
            <a:off x="211793" y="143171"/>
            <a:ext cx="6054600" cy="5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" name="Google Shape;95;p11"/>
          <p:cNvSpPr txBox="1"/>
          <p:nvPr>
            <p:ph idx="1" type="subTitle"/>
          </p:nvPr>
        </p:nvSpPr>
        <p:spPr>
          <a:xfrm>
            <a:off x="2286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6" name="Google Shape;96;p11"/>
          <p:cNvSpPr txBox="1"/>
          <p:nvPr>
            <p:ph idx="6" type="subTitle"/>
          </p:nvPr>
        </p:nvSpPr>
        <p:spPr>
          <a:xfrm>
            <a:off x="2286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7" name="Google Shape;97;p11"/>
          <p:cNvSpPr txBox="1"/>
          <p:nvPr>
            <p:ph idx="7" type="subTitle"/>
          </p:nvPr>
        </p:nvSpPr>
        <p:spPr>
          <a:xfrm>
            <a:off x="2286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8" name="Google Shape;98;p11"/>
          <p:cNvSpPr txBox="1"/>
          <p:nvPr>
            <p:ph idx="8" type="subTitle"/>
          </p:nvPr>
        </p:nvSpPr>
        <p:spPr>
          <a:xfrm>
            <a:off x="24813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9" name="Google Shape;99;p11"/>
          <p:cNvSpPr txBox="1"/>
          <p:nvPr>
            <p:ph idx="9" type="subTitle"/>
          </p:nvPr>
        </p:nvSpPr>
        <p:spPr>
          <a:xfrm>
            <a:off x="24813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13" type="subTitle"/>
          </p:nvPr>
        </p:nvSpPr>
        <p:spPr>
          <a:xfrm>
            <a:off x="24813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14" type="subTitle"/>
          </p:nvPr>
        </p:nvSpPr>
        <p:spPr>
          <a:xfrm>
            <a:off x="47340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2" name="Google Shape;102;p11"/>
          <p:cNvSpPr txBox="1"/>
          <p:nvPr>
            <p:ph idx="15" type="subTitle"/>
          </p:nvPr>
        </p:nvSpPr>
        <p:spPr>
          <a:xfrm>
            <a:off x="47340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3" name="Google Shape;103;p11"/>
          <p:cNvSpPr txBox="1"/>
          <p:nvPr>
            <p:ph idx="16" type="subTitle"/>
          </p:nvPr>
        </p:nvSpPr>
        <p:spPr>
          <a:xfrm>
            <a:off x="47340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4" name="Google Shape;104;p11"/>
          <p:cNvSpPr txBox="1"/>
          <p:nvPr>
            <p:ph idx="17" type="subTitle"/>
          </p:nvPr>
        </p:nvSpPr>
        <p:spPr>
          <a:xfrm>
            <a:off x="6986750" y="3343950"/>
            <a:ext cx="1928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5" name="Google Shape;105;p11"/>
          <p:cNvSpPr txBox="1"/>
          <p:nvPr>
            <p:ph idx="18" type="subTitle"/>
          </p:nvPr>
        </p:nvSpPr>
        <p:spPr>
          <a:xfrm>
            <a:off x="6986700" y="3581375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19" type="subTitle"/>
          </p:nvPr>
        </p:nvSpPr>
        <p:spPr>
          <a:xfrm>
            <a:off x="6986700" y="3981350"/>
            <a:ext cx="17145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2">
  <p:cSld name="CUSTOM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2"/>
          <p:cNvSpPr/>
          <p:nvPr>
            <p:ph idx="2" type="pic"/>
          </p:nvPr>
        </p:nvSpPr>
        <p:spPr>
          <a:xfrm>
            <a:off x="7034475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12"/>
          <p:cNvSpPr/>
          <p:nvPr>
            <p:ph idx="3" type="pic"/>
          </p:nvPr>
        </p:nvSpPr>
        <p:spPr>
          <a:xfrm>
            <a:off x="2529125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12"/>
          <p:cNvSpPr/>
          <p:nvPr>
            <p:ph idx="4" type="pic"/>
          </p:nvPr>
        </p:nvSpPr>
        <p:spPr>
          <a:xfrm>
            <a:off x="4781800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12"/>
          <p:cNvSpPr/>
          <p:nvPr>
            <p:ph idx="5" type="pic"/>
          </p:nvPr>
        </p:nvSpPr>
        <p:spPr>
          <a:xfrm>
            <a:off x="276450" y="1338925"/>
            <a:ext cx="1833000" cy="18330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12"/>
          <p:cNvSpPr txBox="1"/>
          <p:nvPr>
            <p:ph type="title"/>
          </p:nvPr>
        </p:nvSpPr>
        <p:spPr>
          <a:xfrm>
            <a:off x="211793" y="143171"/>
            <a:ext cx="6054600" cy="50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pace Grotesk"/>
              <a:buNone/>
              <a:defRPr sz="3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3" name="Google Shape;113;p12"/>
          <p:cNvSpPr txBox="1"/>
          <p:nvPr>
            <p:ph idx="1" type="subTitle"/>
          </p:nvPr>
        </p:nvSpPr>
        <p:spPr>
          <a:xfrm>
            <a:off x="424150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4" name="Google Shape;114;p12"/>
          <p:cNvSpPr txBox="1"/>
          <p:nvPr>
            <p:ph idx="6" type="subTitle"/>
          </p:nvPr>
        </p:nvSpPr>
        <p:spPr>
          <a:xfrm>
            <a:off x="424100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5" name="Google Shape;115;p12"/>
          <p:cNvSpPr txBox="1"/>
          <p:nvPr>
            <p:ph idx="7" type="subTitle"/>
          </p:nvPr>
        </p:nvSpPr>
        <p:spPr>
          <a:xfrm>
            <a:off x="2676825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6" name="Google Shape;116;p12"/>
          <p:cNvSpPr txBox="1"/>
          <p:nvPr>
            <p:ph idx="8" type="subTitle"/>
          </p:nvPr>
        </p:nvSpPr>
        <p:spPr>
          <a:xfrm>
            <a:off x="2676775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7" name="Google Shape;117;p12"/>
          <p:cNvSpPr txBox="1"/>
          <p:nvPr>
            <p:ph idx="9" type="subTitle"/>
          </p:nvPr>
        </p:nvSpPr>
        <p:spPr>
          <a:xfrm>
            <a:off x="4921475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18" name="Google Shape;118;p12"/>
          <p:cNvSpPr txBox="1"/>
          <p:nvPr>
            <p:ph idx="13" type="subTitle"/>
          </p:nvPr>
        </p:nvSpPr>
        <p:spPr>
          <a:xfrm>
            <a:off x="4921425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9" name="Google Shape;119;p12"/>
          <p:cNvSpPr txBox="1"/>
          <p:nvPr>
            <p:ph idx="14" type="subTitle"/>
          </p:nvPr>
        </p:nvSpPr>
        <p:spPr>
          <a:xfrm>
            <a:off x="7182175" y="3421400"/>
            <a:ext cx="15537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0" name="Google Shape;120;p12"/>
          <p:cNvSpPr txBox="1"/>
          <p:nvPr>
            <p:ph idx="15" type="subTitle"/>
          </p:nvPr>
        </p:nvSpPr>
        <p:spPr>
          <a:xfrm>
            <a:off x="7182125" y="3658825"/>
            <a:ext cx="1425300" cy="2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 and body">
  <p:cSld name="BLANK_1_1_1_1_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>
            <p:ph type="title"/>
          </p:nvPr>
        </p:nvSpPr>
        <p:spPr>
          <a:xfrm>
            <a:off x="212450" y="177900"/>
            <a:ext cx="64470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9pPr>
          </a:lstStyle>
          <a:p/>
        </p:txBody>
      </p:sp>
      <p:cxnSp>
        <p:nvCxnSpPr>
          <p:cNvPr id="123" name="Google Shape;123;p13"/>
          <p:cNvCxnSpPr/>
          <p:nvPr/>
        </p:nvCxnSpPr>
        <p:spPr>
          <a:xfrm>
            <a:off x="228600" y="627300"/>
            <a:ext cx="44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" name="Google Shape;124;p13"/>
          <p:cNvSpPr txBox="1"/>
          <p:nvPr>
            <p:ph idx="1" type="body"/>
          </p:nvPr>
        </p:nvSpPr>
        <p:spPr>
          <a:xfrm>
            <a:off x="228600" y="1343100"/>
            <a:ext cx="4390500" cy="11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25" name="Google Shape;125;p13"/>
          <p:cNvSpPr txBox="1"/>
          <p:nvPr>
            <p:ph idx="2" type="subTitle"/>
          </p:nvPr>
        </p:nvSpPr>
        <p:spPr>
          <a:xfrm>
            <a:off x="230434" y="881700"/>
            <a:ext cx="64470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Quotes - Alt 1">
  <p:cSld name="BLANK_1_1_1_1_2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"/>
          <p:cNvSpPr/>
          <p:nvPr>
            <p:ph idx="2" type="pic"/>
          </p:nvPr>
        </p:nvSpPr>
        <p:spPr>
          <a:xfrm>
            <a:off x="468925" y="3643975"/>
            <a:ext cx="686400" cy="6864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14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1" type="body"/>
          </p:nvPr>
        </p:nvSpPr>
        <p:spPr>
          <a:xfrm>
            <a:off x="228600" y="1343100"/>
            <a:ext cx="4390500" cy="112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30" name="Google Shape;130;p14"/>
          <p:cNvSpPr txBox="1"/>
          <p:nvPr>
            <p:ph idx="3" type="subTitle"/>
          </p:nvPr>
        </p:nvSpPr>
        <p:spPr>
          <a:xfrm>
            <a:off x="228600" y="881700"/>
            <a:ext cx="8686800" cy="554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131" name="Google Shape;131;p14"/>
          <p:cNvSpPr txBox="1"/>
          <p:nvPr>
            <p:ph idx="4" type="subTitle"/>
          </p:nvPr>
        </p:nvSpPr>
        <p:spPr>
          <a:xfrm>
            <a:off x="1326075" y="3653375"/>
            <a:ext cx="2902200" cy="61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2" name="Google Shape;132;p14"/>
          <p:cNvSpPr txBox="1"/>
          <p:nvPr>
            <p:ph idx="5" type="subTitle"/>
          </p:nvPr>
        </p:nvSpPr>
        <p:spPr>
          <a:xfrm>
            <a:off x="1334825" y="4491500"/>
            <a:ext cx="29022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3" name="Google Shape;133;p14"/>
          <p:cNvSpPr/>
          <p:nvPr>
            <p:ph idx="6" type="pic"/>
          </p:nvPr>
        </p:nvSpPr>
        <p:spPr>
          <a:xfrm>
            <a:off x="4909975" y="3643975"/>
            <a:ext cx="686400" cy="686400"/>
          </a:xfrm>
          <a:prstGeom prst="rect">
            <a:avLst/>
          </a:prstGeom>
          <a:noFill/>
          <a:ln>
            <a:noFill/>
          </a:ln>
        </p:spPr>
      </p:sp>
      <p:sp>
        <p:nvSpPr>
          <p:cNvPr id="134" name="Google Shape;134;p14"/>
          <p:cNvSpPr txBox="1"/>
          <p:nvPr>
            <p:ph idx="7" type="subTitle"/>
          </p:nvPr>
        </p:nvSpPr>
        <p:spPr>
          <a:xfrm>
            <a:off x="5764775" y="3653375"/>
            <a:ext cx="2902200" cy="61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Space Grotesk"/>
              <a:buNone/>
              <a:defRPr sz="12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35" name="Google Shape;135;p14"/>
          <p:cNvSpPr txBox="1"/>
          <p:nvPr>
            <p:ph idx="8" type="subTitle"/>
          </p:nvPr>
        </p:nvSpPr>
        <p:spPr>
          <a:xfrm>
            <a:off x="5773525" y="4491500"/>
            <a:ext cx="2902200" cy="209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BLANK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16200038" scaled="0"/>
        </a:gra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/>
          <p:nvPr/>
        </p:nvSpPr>
        <p:spPr>
          <a:xfrm rot="10800000">
            <a:off x="-533850" y="726875"/>
            <a:ext cx="5915100" cy="59151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3370825" y="-960900"/>
            <a:ext cx="2762400" cy="27624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7959600" y="2651706"/>
            <a:ext cx="1184400" cy="11844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0" name="Google Shape;140;p15"/>
          <p:cNvSpPr/>
          <p:nvPr/>
        </p:nvSpPr>
        <p:spPr>
          <a:xfrm rot="5400000">
            <a:off x="8226006" y="422293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1" name="Google Shape;141;p15"/>
          <p:cNvSpPr/>
          <p:nvPr/>
        </p:nvSpPr>
        <p:spPr>
          <a:xfrm flipH="1" rot="-5400000">
            <a:off x="5305483" y="4527881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2" name="Google Shape;142;p15"/>
          <p:cNvSpPr/>
          <p:nvPr/>
        </p:nvSpPr>
        <p:spPr>
          <a:xfrm rot="5400000">
            <a:off x="6836506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3" name="Google Shape;143;p15"/>
          <p:cNvSpPr/>
          <p:nvPr/>
        </p:nvSpPr>
        <p:spPr>
          <a:xfrm rot="5400000">
            <a:off x="4231694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4" name="Google Shape;144;p15"/>
          <p:cNvSpPr/>
          <p:nvPr/>
        </p:nvSpPr>
        <p:spPr>
          <a:xfrm rot="5400000">
            <a:off x="6618644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5" name="Google Shape;145;p15"/>
          <p:cNvSpPr/>
          <p:nvPr/>
        </p:nvSpPr>
        <p:spPr>
          <a:xfrm rot="5400000">
            <a:off x="3164781" y="422293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6" name="Google Shape;146;p15"/>
          <p:cNvSpPr/>
          <p:nvPr/>
        </p:nvSpPr>
        <p:spPr>
          <a:xfrm flipH="1" rot="-5400000">
            <a:off x="531076" y="4586075"/>
            <a:ext cx="24300" cy="6282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7" name="Google Shape;147;p15"/>
          <p:cNvSpPr/>
          <p:nvPr/>
        </p:nvSpPr>
        <p:spPr>
          <a:xfrm rot="5400000">
            <a:off x="6400806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8" name="Google Shape;148;p15"/>
          <p:cNvSpPr/>
          <p:nvPr/>
        </p:nvSpPr>
        <p:spPr>
          <a:xfrm rot="5400000">
            <a:off x="1557419" y="48880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49" name="Google Shape;149;p15"/>
          <p:cNvSpPr txBox="1"/>
          <p:nvPr>
            <p:ph type="title"/>
          </p:nvPr>
        </p:nvSpPr>
        <p:spPr>
          <a:xfrm>
            <a:off x="977700" y="1410450"/>
            <a:ext cx="7188600" cy="232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">
  <p:cSld name="BLANK_1_1_1_1_1_1_1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/>
          <p:nvPr/>
        </p:nvSpPr>
        <p:spPr>
          <a:xfrm rot="-8920466">
            <a:off x="2599338" y="503023"/>
            <a:ext cx="5915173" cy="5915173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" name="Google Shape;152;p16"/>
          <p:cNvSpPr txBox="1"/>
          <p:nvPr>
            <p:ph idx="1" type="subTitle"/>
          </p:nvPr>
        </p:nvSpPr>
        <p:spPr>
          <a:xfrm>
            <a:off x="3237075" y="4074650"/>
            <a:ext cx="26697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Roboto"/>
              <a:buNone/>
              <a:defRPr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3" name="Google Shape;153;p16"/>
          <p:cNvSpPr/>
          <p:nvPr/>
        </p:nvSpPr>
        <p:spPr>
          <a:xfrm rot="-8920806">
            <a:off x="581601" y="399117"/>
            <a:ext cx="1887207" cy="1887207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16"/>
          <p:cNvSpPr txBox="1"/>
          <p:nvPr>
            <p:ph type="title"/>
          </p:nvPr>
        </p:nvSpPr>
        <p:spPr>
          <a:xfrm>
            <a:off x="1174800" y="1562850"/>
            <a:ext cx="6794400" cy="232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3400">
                <a:latin typeface="Space Grotesk Light"/>
                <a:ea typeface="Space Grotesk Light"/>
                <a:cs typeface="Space Grotesk Light"/>
                <a:sym typeface="Space Grotesk Light"/>
              </a:defRPr>
            </a:lvl9pPr>
          </a:lstStyle>
          <a:p/>
        </p:txBody>
      </p:sp>
      <p:sp>
        <p:nvSpPr>
          <p:cNvPr id="155" name="Google Shape;155;p16"/>
          <p:cNvSpPr/>
          <p:nvPr/>
        </p:nvSpPr>
        <p:spPr>
          <a:xfrm>
            <a:off x="8891100" y="228600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8891100" y="4464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7" name="Google Shape;157;p16"/>
          <p:cNvSpPr/>
          <p:nvPr/>
        </p:nvSpPr>
        <p:spPr>
          <a:xfrm rot="5400000">
            <a:off x="8673244" y="22863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8" name="Google Shape;158;p16"/>
          <p:cNvSpPr/>
          <p:nvPr/>
        </p:nvSpPr>
        <p:spPr>
          <a:xfrm rot="-5400000">
            <a:off x="228591" y="22860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59" name="Google Shape;159;p16"/>
          <p:cNvSpPr/>
          <p:nvPr/>
        </p:nvSpPr>
        <p:spPr>
          <a:xfrm rot="-5400000">
            <a:off x="446453" y="22860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228622" y="446459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1" name="Google Shape;161;p16"/>
          <p:cNvSpPr/>
          <p:nvPr/>
        </p:nvSpPr>
        <p:spPr>
          <a:xfrm rot="10800000">
            <a:off x="228591" y="4888025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2" name="Google Shape;162;p16"/>
          <p:cNvSpPr/>
          <p:nvPr/>
        </p:nvSpPr>
        <p:spPr>
          <a:xfrm rot="10800000">
            <a:off x="228591" y="46701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3" name="Google Shape;163;p16"/>
          <p:cNvSpPr/>
          <p:nvPr/>
        </p:nvSpPr>
        <p:spPr>
          <a:xfrm rot="-5400000">
            <a:off x="446447" y="4887994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4" name="Google Shape;164;p16"/>
          <p:cNvSpPr/>
          <p:nvPr/>
        </p:nvSpPr>
        <p:spPr>
          <a:xfrm rot="5400000">
            <a:off x="8891100" y="4888022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5" name="Google Shape;165;p16"/>
          <p:cNvSpPr/>
          <p:nvPr/>
        </p:nvSpPr>
        <p:spPr>
          <a:xfrm rot="5400000">
            <a:off x="8673238" y="4888022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6" name="Google Shape;166;p16"/>
          <p:cNvSpPr/>
          <p:nvPr/>
        </p:nvSpPr>
        <p:spPr>
          <a:xfrm rot="10800000">
            <a:off x="8891069" y="4670166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67" name="Google Shape;167;p16"/>
          <p:cNvSpPr txBox="1"/>
          <p:nvPr>
            <p:ph idx="2" type="subTitle"/>
          </p:nvPr>
        </p:nvSpPr>
        <p:spPr>
          <a:xfrm>
            <a:off x="3237075" y="4300975"/>
            <a:ext cx="26697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BLANK_1_1_1_1_1_1_1_1_1_1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idx="1" type="subTitle"/>
          </p:nvPr>
        </p:nvSpPr>
        <p:spPr>
          <a:xfrm>
            <a:off x="228600" y="2077513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0" name="Google Shape;170;p17"/>
          <p:cNvSpPr txBox="1"/>
          <p:nvPr>
            <p:ph idx="2" type="subTitle"/>
          </p:nvPr>
        </p:nvSpPr>
        <p:spPr>
          <a:xfrm>
            <a:off x="228600" y="2764250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1" name="Google Shape;171;p17"/>
          <p:cNvSpPr txBox="1"/>
          <p:nvPr>
            <p:ph idx="3" type="subTitle"/>
          </p:nvPr>
        </p:nvSpPr>
        <p:spPr>
          <a:xfrm>
            <a:off x="228700" y="3469938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2" name="Google Shape;172;p17"/>
          <p:cNvSpPr txBox="1"/>
          <p:nvPr>
            <p:ph idx="4" type="subTitle"/>
          </p:nvPr>
        </p:nvSpPr>
        <p:spPr>
          <a:xfrm>
            <a:off x="228700" y="4194625"/>
            <a:ext cx="2568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pace Grotesk"/>
              <a:buNone/>
              <a:defRPr sz="1200"/>
            </a:lvl9pPr>
          </a:lstStyle>
          <a:p/>
        </p:txBody>
      </p:sp>
      <p:sp>
        <p:nvSpPr>
          <p:cNvPr id="173" name="Google Shape;173;p17"/>
          <p:cNvSpPr txBox="1"/>
          <p:nvPr>
            <p:ph type="title"/>
          </p:nvPr>
        </p:nvSpPr>
        <p:spPr>
          <a:xfrm>
            <a:off x="212450" y="177900"/>
            <a:ext cx="64467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74" name="Google Shape;174;p17"/>
          <p:cNvSpPr txBox="1"/>
          <p:nvPr>
            <p:ph idx="5" type="subTitle"/>
          </p:nvPr>
        </p:nvSpPr>
        <p:spPr>
          <a:xfrm>
            <a:off x="631800" y="2060357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5" name="Google Shape;175;p17"/>
          <p:cNvSpPr txBox="1"/>
          <p:nvPr>
            <p:ph idx="6" type="subTitle"/>
          </p:nvPr>
        </p:nvSpPr>
        <p:spPr>
          <a:xfrm>
            <a:off x="631800" y="2747082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7" type="subTitle"/>
          </p:nvPr>
        </p:nvSpPr>
        <p:spPr>
          <a:xfrm>
            <a:off x="631850" y="3452782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8" type="subTitle"/>
          </p:nvPr>
        </p:nvSpPr>
        <p:spPr>
          <a:xfrm>
            <a:off x="631900" y="4177457"/>
            <a:ext cx="21282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Space Grotesk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9" type="body"/>
          </p:nvPr>
        </p:nvSpPr>
        <p:spPr>
          <a:xfrm>
            <a:off x="2906500" y="4194625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79" name="Google Shape;179;p17"/>
          <p:cNvSpPr txBox="1"/>
          <p:nvPr>
            <p:ph idx="13" type="body"/>
          </p:nvPr>
        </p:nvSpPr>
        <p:spPr>
          <a:xfrm>
            <a:off x="2906400" y="3479438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80" name="Google Shape;180;p17"/>
          <p:cNvSpPr txBox="1"/>
          <p:nvPr>
            <p:ph idx="14" type="body"/>
          </p:nvPr>
        </p:nvSpPr>
        <p:spPr>
          <a:xfrm>
            <a:off x="2906400" y="2764263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181" name="Google Shape;181;p17"/>
          <p:cNvSpPr txBox="1"/>
          <p:nvPr>
            <p:ph idx="15" type="body"/>
          </p:nvPr>
        </p:nvSpPr>
        <p:spPr>
          <a:xfrm>
            <a:off x="2906400" y="2048313"/>
            <a:ext cx="3376200" cy="3309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"/>
          <p:cNvSpPr/>
          <p:nvPr/>
        </p:nvSpPr>
        <p:spPr>
          <a:xfrm>
            <a:off x="8891100" y="228600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4" name="Google Shape;184;p18"/>
          <p:cNvSpPr/>
          <p:nvPr/>
        </p:nvSpPr>
        <p:spPr>
          <a:xfrm flipH="1" rot="10800000">
            <a:off x="8891100" y="3225473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8891100" y="2283200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8891100" y="488801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8891100" y="2392138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8891100" y="2501063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-4353375" y="-4359625"/>
            <a:ext cx="8713800" cy="8713800"/>
          </a:xfrm>
          <a:prstGeom prst="pie">
            <a:avLst>
              <a:gd fmla="val 2137" name="adj1"/>
              <a:gd fmla="val 5410266" name="adj2"/>
            </a:avLst>
          </a:prstGeom>
          <a:gradFill>
            <a:gsLst>
              <a:gs pos="0">
                <a:schemeClr val="dk1"/>
              </a:gs>
              <a:gs pos="28000">
                <a:schemeClr val="dk1"/>
              </a:gs>
              <a:gs pos="100000">
                <a:schemeClr val="dk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7661425" y="1330972"/>
            <a:ext cx="406500" cy="406500"/>
          </a:xfrm>
          <a:prstGeom prst="ellipse">
            <a:avLst/>
          </a:prstGeom>
          <a:gradFill>
            <a:gsLst>
              <a:gs pos="0">
                <a:schemeClr val="dk1"/>
              </a:gs>
              <a:gs pos="31000">
                <a:schemeClr val="dk1"/>
              </a:gs>
              <a:gs pos="100000">
                <a:schemeClr val="accent4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1" name="Google Shape;191;p18"/>
          <p:cNvSpPr txBox="1"/>
          <p:nvPr>
            <p:ph idx="1" type="subTitle"/>
          </p:nvPr>
        </p:nvSpPr>
        <p:spPr>
          <a:xfrm>
            <a:off x="228600" y="36294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92" name="Google Shape;192;p18"/>
          <p:cNvSpPr/>
          <p:nvPr/>
        </p:nvSpPr>
        <p:spPr>
          <a:xfrm>
            <a:off x="5772475" y="912625"/>
            <a:ext cx="1243200" cy="1243200"/>
          </a:xfrm>
          <a:prstGeom prst="ellipse">
            <a:avLst/>
          </a:prstGeom>
          <a:gradFill>
            <a:gsLst>
              <a:gs pos="0">
                <a:schemeClr val="dk1"/>
              </a:gs>
              <a:gs pos="28000">
                <a:schemeClr val="dk1"/>
              </a:gs>
              <a:gs pos="100000">
                <a:schemeClr val="dk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193" name="Google Shape;193;p18"/>
          <p:cNvSpPr txBox="1"/>
          <p:nvPr>
            <p:ph idx="2" type="subTitle"/>
          </p:nvPr>
        </p:nvSpPr>
        <p:spPr>
          <a:xfrm>
            <a:off x="541125" y="2779925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194" name="Google Shape;194;p18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95" name="Google Shape;195;p18"/>
          <p:cNvSpPr txBox="1"/>
          <p:nvPr>
            <p:ph idx="3" type="subTitle"/>
          </p:nvPr>
        </p:nvSpPr>
        <p:spPr>
          <a:xfrm>
            <a:off x="541125" y="3001750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6" name="Google Shape;196;p18"/>
          <p:cNvSpPr txBox="1"/>
          <p:nvPr>
            <p:ph idx="4" type="subTitle"/>
          </p:nvPr>
        </p:nvSpPr>
        <p:spPr>
          <a:xfrm>
            <a:off x="228600" y="2767150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97" name="Google Shape;197;p18"/>
          <p:cNvSpPr txBox="1"/>
          <p:nvPr>
            <p:ph idx="5" type="subTitle"/>
          </p:nvPr>
        </p:nvSpPr>
        <p:spPr>
          <a:xfrm>
            <a:off x="3914650" y="2779925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198" name="Google Shape;198;p18"/>
          <p:cNvSpPr txBox="1"/>
          <p:nvPr>
            <p:ph idx="6" type="subTitle"/>
          </p:nvPr>
        </p:nvSpPr>
        <p:spPr>
          <a:xfrm>
            <a:off x="3914650" y="3001750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99" name="Google Shape;199;p18"/>
          <p:cNvSpPr txBox="1"/>
          <p:nvPr>
            <p:ph idx="7" type="subTitle"/>
          </p:nvPr>
        </p:nvSpPr>
        <p:spPr>
          <a:xfrm>
            <a:off x="3602125" y="2767150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0" name="Google Shape;200;p18"/>
          <p:cNvSpPr txBox="1"/>
          <p:nvPr>
            <p:ph idx="8" type="subTitle"/>
          </p:nvPr>
        </p:nvSpPr>
        <p:spPr>
          <a:xfrm>
            <a:off x="541125" y="45045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01" name="Google Shape;201;p18"/>
          <p:cNvSpPr txBox="1"/>
          <p:nvPr>
            <p:ph idx="9" type="subTitle"/>
          </p:nvPr>
        </p:nvSpPr>
        <p:spPr>
          <a:xfrm>
            <a:off x="541125" y="47263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2" name="Google Shape;202;p18"/>
          <p:cNvSpPr txBox="1"/>
          <p:nvPr>
            <p:ph idx="13" type="subTitle"/>
          </p:nvPr>
        </p:nvSpPr>
        <p:spPr>
          <a:xfrm>
            <a:off x="228600" y="44917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3" name="Google Shape;203;p18"/>
          <p:cNvSpPr txBox="1"/>
          <p:nvPr>
            <p:ph idx="14" type="subTitle"/>
          </p:nvPr>
        </p:nvSpPr>
        <p:spPr>
          <a:xfrm>
            <a:off x="3914650" y="45045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04" name="Google Shape;204;p18"/>
          <p:cNvSpPr txBox="1"/>
          <p:nvPr>
            <p:ph idx="15" type="subTitle"/>
          </p:nvPr>
        </p:nvSpPr>
        <p:spPr>
          <a:xfrm>
            <a:off x="3914650" y="47263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5" name="Google Shape;205;p18"/>
          <p:cNvSpPr txBox="1"/>
          <p:nvPr>
            <p:ph idx="16" type="subTitle"/>
          </p:nvPr>
        </p:nvSpPr>
        <p:spPr>
          <a:xfrm>
            <a:off x="3602125" y="36294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6" name="Google Shape;206;p18"/>
          <p:cNvSpPr txBox="1"/>
          <p:nvPr>
            <p:ph idx="17" type="subTitle"/>
          </p:nvPr>
        </p:nvSpPr>
        <p:spPr>
          <a:xfrm>
            <a:off x="3602125" y="4491763"/>
            <a:ext cx="256800" cy="11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pace Grotesk"/>
              <a:buNone/>
              <a:defRPr sz="10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207" name="Google Shape;207;p18"/>
          <p:cNvSpPr txBox="1"/>
          <p:nvPr>
            <p:ph idx="18" type="subTitle"/>
          </p:nvPr>
        </p:nvSpPr>
        <p:spPr>
          <a:xfrm>
            <a:off x="541125" y="36422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08" name="Google Shape;208;p18"/>
          <p:cNvSpPr txBox="1"/>
          <p:nvPr>
            <p:ph idx="19" type="subTitle"/>
          </p:nvPr>
        </p:nvSpPr>
        <p:spPr>
          <a:xfrm>
            <a:off x="541125" y="38640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9" name="Google Shape;209;p18"/>
          <p:cNvSpPr txBox="1"/>
          <p:nvPr>
            <p:ph idx="20" type="subTitle"/>
          </p:nvPr>
        </p:nvSpPr>
        <p:spPr>
          <a:xfrm>
            <a:off x="3914650" y="3642238"/>
            <a:ext cx="2818200" cy="138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None/>
              <a:defRPr sz="1000"/>
            </a:lvl9pPr>
          </a:lstStyle>
          <a:p/>
        </p:txBody>
      </p:sp>
      <p:sp>
        <p:nvSpPr>
          <p:cNvPr id="210" name="Google Shape;210;p18"/>
          <p:cNvSpPr txBox="1"/>
          <p:nvPr>
            <p:ph idx="21" type="subTitle"/>
          </p:nvPr>
        </p:nvSpPr>
        <p:spPr>
          <a:xfrm>
            <a:off x="3914650" y="3864063"/>
            <a:ext cx="2818200" cy="11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Roboto"/>
              <a:buNone/>
              <a:defRPr sz="10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BLANK_1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9"/>
          <p:cNvSpPr/>
          <p:nvPr/>
        </p:nvSpPr>
        <p:spPr>
          <a:xfrm>
            <a:off x="-2956425" y="-4767225"/>
            <a:ext cx="9144000" cy="9144000"/>
          </a:xfrm>
          <a:prstGeom prst="ellipse">
            <a:avLst/>
          </a:prstGeom>
          <a:gradFill>
            <a:gsLst>
              <a:gs pos="0">
                <a:schemeClr val="accent4"/>
              </a:gs>
              <a:gs pos="100000">
                <a:schemeClr val="dk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3" name="Google Shape;213;p19"/>
          <p:cNvSpPr txBox="1"/>
          <p:nvPr>
            <p:ph type="title"/>
          </p:nvPr>
        </p:nvSpPr>
        <p:spPr>
          <a:xfrm>
            <a:off x="212450" y="177900"/>
            <a:ext cx="38268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14" name="Google Shape;214;p19"/>
          <p:cNvSpPr/>
          <p:nvPr>
            <p:ph idx="2" type="pic"/>
          </p:nvPr>
        </p:nvSpPr>
        <p:spPr>
          <a:xfrm>
            <a:off x="4618525" y="0"/>
            <a:ext cx="4296600" cy="4912200"/>
          </a:xfrm>
          <a:prstGeom prst="rect">
            <a:avLst/>
          </a:prstGeom>
          <a:noFill/>
          <a:ln>
            <a:noFill/>
          </a:ln>
        </p:spPr>
      </p:sp>
      <p:sp>
        <p:nvSpPr>
          <p:cNvPr id="215" name="Google Shape;215;p19"/>
          <p:cNvSpPr txBox="1"/>
          <p:nvPr>
            <p:ph idx="1" type="body"/>
          </p:nvPr>
        </p:nvSpPr>
        <p:spPr>
          <a:xfrm>
            <a:off x="228600" y="1177425"/>
            <a:ext cx="3321300" cy="22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16" name="Google Shape;216;p19"/>
          <p:cNvSpPr/>
          <p:nvPr/>
        </p:nvSpPr>
        <p:spPr>
          <a:xfrm rot="-5400000">
            <a:off x="893689" y="4222811"/>
            <a:ext cx="24300" cy="13545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7" name="Google Shape;217;p19"/>
          <p:cNvSpPr/>
          <p:nvPr/>
        </p:nvSpPr>
        <p:spPr>
          <a:xfrm flipH="1" rot="5400000">
            <a:off x="3585611" y="4527761"/>
            <a:ext cx="24300" cy="744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8" name="Google Shape;218;p19"/>
          <p:cNvSpPr/>
          <p:nvPr/>
        </p:nvSpPr>
        <p:spPr>
          <a:xfrm rot="-5400000">
            <a:off x="2283189" y="488791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19" name="Google Shape;219;p19"/>
          <p:cNvSpPr/>
          <p:nvPr/>
        </p:nvSpPr>
        <p:spPr>
          <a:xfrm rot="-5400000">
            <a:off x="2501051" y="4887911"/>
            <a:ext cx="24300" cy="24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and CTA">
  <p:cSld name="CUSTOM_4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/>
          <p:cNvSpPr txBox="1"/>
          <p:nvPr>
            <p:ph idx="1" type="body"/>
          </p:nvPr>
        </p:nvSpPr>
        <p:spPr>
          <a:xfrm>
            <a:off x="230900" y="2443800"/>
            <a:ext cx="1458300" cy="355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●"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○"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pace Grotesk"/>
              <a:buChar char="■"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222" name="Google Shape;222;p20"/>
          <p:cNvSpPr/>
          <p:nvPr>
            <p:ph idx="2" type="pic"/>
          </p:nvPr>
        </p:nvSpPr>
        <p:spPr>
          <a:xfrm>
            <a:off x="5303800" y="881700"/>
            <a:ext cx="3611400" cy="42714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20"/>
          <p:cNvSpPr txBox="1"/>
          <p:nvPr>
            <p:ph hasCustomPrompt="1" type="title"/>
          </p:nvPr>
        </p:nvSpPr>
        <p:spPr>
          <a:xfrm>
            <a:off x="141051" y="271577"/>
            <a:ext cx="1226400" cy="41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Font typeface="Space Grotesk"/>
              <a:buNone/>
              <a:defRPr sz="30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4" name="Google Shape;224;p20"/>
          <p:cNvSpPr txBox="1"/>
          <p:nvPr>
            <p:ph idx="3" type="title"/>
          </p:nvPr>
        </p:nvSpPr>
        <p:spPr>
          <a:xfrm>
            <a:off x="228600" y="881625"/>
            <a:ext cx="55653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pace Grotesk"/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25" name="Google Shape;225;p20"/>
          <p:cNvSpPr txBox="1"/>
          <p:nvPr>
            <p:ph idx="4" type="subTitle"/>
          </p:nvPr>
        </p:nvSpPr>
        <p:spPr>
          <a:xfrm>
            <a:off x="230900" y="1660325"/>
            <a:ext cx="4404300" cy="36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  <a:defRPr sz="10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BLANK_1_1_1_1_1_1_1_1_1_1_1_1_1_1_1_1_1_1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"/>
          <p:cNvSpPr/>
          <p:nvPr>
            <p:ph idx="2" type="pic"/>
          </p:nvPr>
        </p:nvSpPr>
        <p:spPr>
          <a:xfrm>
            <a:off x="22860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21"/>
          <p:cNvSpPr/>
          <p:nvPr>
            <p:ph idx="3" type="pic"/>
          </p:nvPr>
        </p:nvSpPr>
        <p:spPr>
          <a:xfrm>
            <a:off x="318525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21"/>
          <p:cNvSpPr/>
          <p:nvPr>
            <p:ph idx="4" type="pic"/>
          </p:nvPr>
        </p:nvSpPr>
        <p:spPr>
          <a:xfrm>
            <a:off x="6141900" y="1510550"/>
            <a:ext cx="2773500" cy="1560300"/>
          </a:xfrm>
          <a:prstGeom prst="rect">
            <a:avLst/>
          </a:prstGeom>
          <a:noFill/>
          <a:ln>
            <a:noFill/>
          </a:ln>
        </p:spPr>
      </p:sp>
      <p:sp>
        <p:nvSpPr>
          <p:cNvPr id="230" name="Google Shape;230;p21"/>
          <p:cNvSpPr txBox="1"/>
          <p:nvPr>
            <p:ph type="title"/>
          </p:nvPr>
        </p:nvSpPr>
        <p:spPr>
          <a:xfrm>
            <a:off x="212450" y="177900"/>
            <a:ext cx="5789400" cy="4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31" name="Google Shape;231;p21"/>
          <p:cNvSpPr txBox="1"/>
          <p:nvPr>
            <p:ph idx="1" type="body"/>
          </p:nvPr>
        </p:nvSpPr>
        <p:spPr>
          <a:xfrm>
            <a:off x="228600" y="3513725"/>
            <a:ext cx="27735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32" name="Google Shape;232;p21"/>
          <p:cNvSpPr txBox="1"/>
          <p:nvPr>
            <p:ph idx="5" type="body"/>
          </p:nvPr>
        </p:nvSpPr>
        <p:spPr>
          <a:xfrm>
            <a:off x="3185250" y="3513725"/>
            <a:ext cx="27735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33" name="Google Shape;233;p21"/>
          <p:cNvSpPr txBox="1"/>
          <p:nvPr>
            <p:ph idx="6" type="body"/>
          </p:nvPr>
        </p:nvSpPr>
        <p:spPr>
          <a:xfrm>
            <a:off x="6141900" y="3513725"/>
            <a:ext cx="2773500" cy="130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oboto"/>
              <a:buChar char="■"/>
              <a:defRPr/>
            </a:lvl9pPr>
          </a:lstStyle>
          <a:p/>
        </p:txBody>
      </p:sp>
      <p:sp>
        <p:nvSpPr>
          <p:cNvPr id="234" name="Google Shape;234;p21"/>
          <p:cNvSpPr txBox="1"/>
          <p:nvPr>
            <p:ph idx="7" type="subTitle"/>
          </p:nvPr>
        </p:nvSpPr>
        <p:spPr>
          <a:xfrm>
            <a:off x="228600" y="3224050"/>
            <a:ext cx="2773500" cy="2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235" name="Google Shape;235;p21"/>
          <p:cNvSpPr txBox="1"/>
          <p:nvPr>
            <p:ph idx="8" type="subTitle"/>
          </p:nvPr>
        </p:nvSpPr>
        <p:spPr>
          <a:xfrm>
            <a:off x="3185250" y="3224050"/>
            <a:ext cx="2773500" cy="2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  <p:sp>
        <p:nvSpPr>
          <p:cNvPr id="236" name="Google Shape;236;p21"/>
          <p:cNvSpPr txBox="1"/>
          <p:nvPr>
            <p:ph idx="9" type="subTitle"/>
          </p:nvPr>
        </p:nvSpPr>
        <p:spPr>
          <a:xfrm>
            <a:off x="6141900" y="3224050"/>
            <a:ext cx="2773500" cy="23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pace Grotesk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9" name="Google Shape;239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2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5" name="Google Shape;245;p2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8" name="Google Shape;248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51" name="Google Shape;251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2" name="Google Shape;252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7" name="Google Shape;257;p2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0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30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2" name="Google Shape;262;p30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3" name="Google Shape;263;p30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4" name="Google Shape;264;p30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5" name="Google Shape;265;p30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6" name="Google Shape;266;p30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69" name="Google Shape;269;p3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0" name="Google Shape;270;p3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1" name="Google Shape;271;p3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2" name="Google Shape;272;p3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5" name="Google Shape;275;p3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76" name="Google Shape;276;p3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77" name="Google Shape;277;p3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8" name="Google Shape;278;p3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9" name="Google Shape;279;p3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0" name="Google Shape;280;p3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3" name="Google Shape;283;p3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4" name="Google Shape;284;p3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5" name="Google Shape;285;p3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86" name="Google Shape;286;p3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7" name="Google Shape;287;p3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8" name="Google Shape;288;p3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3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6" name="Google Shape;296;p3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97" name="Google Shape;297;p3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98" name="Google Shape;298;p3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9" name="Google Shape;29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3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01" name="Google Shape;301;p3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6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7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6" name="Google Shape;306;p37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37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8" name="Google Shape;308;p37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7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0" name="Google Shape;310;p37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37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37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37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4" name="Google Shape;314;p37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88025" y="635200"/>
            <a:ext cx="5802000" cy="22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Space Grotesk"/>
              <a:buNone/>
              <a:defRPr sz="4800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Space Grotesk"/>
              <a:buNone/>
              <a:defRPr>
                <a:latin typeface="Space Grotesk"/>
                <a:ea typeface="Space Grotesk"/>
                <a:cs typeface="Space Grotesk"/>
                <a:sym typeface="Space Grotes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11950" y="2966800"/>
            <a:ext cx="4547100" cy="16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●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○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Char char="■"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Relationship Id="rId5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Relationship Id="rId6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8"/>
          <p:cNvSpPr txBox="1"/>
          <p:nvPr>
            <p:ph type="title"/>
          </p:nvPr>
        </p:nvSpPr>
        <p:spPr>
          <a:xfrm>
            <a:off x="226100" y="144575"/>
            <a:ext cx="9330900" cy="3114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600">
                <a:solidFill>
                  <a:schemeClr val="accent2"/>
                </a:solidFill>
              </a:rPr>
              <a:t>Serializable Snapshot Isolation mehanizam u PostgreSQL sistemu baza podataka</a:t>
            </a:r>
            <a:endParaRPr sz="46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/>
          </a:p>
        </p:txBody>
      </p:sp>
      <p:sp>
        <p:nvSpPr>
          <p:cNvPr id="320" name="Google Shape;320;p38"/>
          <p:cNvSpPr txBox="1"/>
          <p:nvPr>
            <p:ph idx="1" type="subTitle"/>
          </p:nvPr>
        </p:nvSpPr>
        <p:spPr>
          <a:xfrm>
            <a:off x="228600" y="2888900"/>
            <a:ext cx="5107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2027 Filip Stamenković</a:t>
            </a:r>
            <a:endParaRPr/>
          </a:p>
        </p:txBody>
      </p:sp>
      <p:pic>
        <p:nvPicPr>
          <p:cNvPr id="321" name="Google Shape;32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9300" y="2426225"/>
            <a:ext cx="3120850" cy="231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2625" y="1845150"/>
            <a:ext cx="1369225" cy="141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9"/>
          <p:cNvSpPr txBox="1"/>
          <p:nvPr>
            <p:ph type="title"/>
          </p:nvPr>
        </p:nvSpPr>
        <p:spPr>
          <a:xfrm>
            <a:off x="212450" y="177900"/>
            <a:ext cx="57894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Uvod i motivacija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9"/>
          <p:cNvSpPr txBox="1"/>
          <p:nvPr>
            <p:ph idx="4294967295" type="body"/>
          </p:nvPr>
        </p:nvSpPr>
        <p:spPr>
          <a:xfrm>
            <a:off x="177675" y="769650"/>
            <a:ext cx="4448100" cy="36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Više transakcija se često izvršava istovremeno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Konkurentno izvršavanje povećava performanse i propusnost sistema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Istovremeni pristup istim podacima može dovesti do anomalija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Viši nivoi izolacije pružaju jače garancije, ali mogu smanjiti konkurentnost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Cilj SSI-a je serializabilnost uz zadržavanje visokog nivoa konkurentnosti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0"/>
          <p:cNvSpPr txBox="1"/>
          <p:nvPr>
            <p:ph type="title"/>
          </p:nvPr>
        </p:nvSpPr>
        <p:spPr>
          <a:xfrm>
            <a:off x="212450" y="177900"/>
            <a:ext cx="5789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Transakcije i ACID svojstva </a:t>
            </a:r>
            <a:endParaRPr/>
          </a:p>
        </p:txBody>
      </p:sp>
      <p:sp>
        <p:nvSpPr>
          <p:cNvPr id="334" name="Google Shape;334;p40"/>
          <p:cNvSpPr txBox="1"/>
          <p:nvPr>
            <p:ph idx="4294967295" type="body"/>
          </p:nvPr>
        </p:nvSpPr>
        <p:spPr>
          <a:xfrm>
            <a:off x="228600" y="1177425"/>
            <a:ext cx="4405800" cy="35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Transakcija predstavlja logičku celinu operacija nad bazom podataka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Atomicity — transakcija se izvršava u celini ili se poništava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Consistency — baza prelazi iz jednog validnog stanja u drugo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Isolation — konkurentne transakcije ne smeju nekontrolisano uticati jedna na drugu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Durability — potvrđene promene ostaju trajno sačuvane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335" name="Google Shape;33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2450" y="449100"/>
            <a:ext cx="2994922" cy="4245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1"/>
          <p:cNvSpPr txBox="1"/>
          <p:nvPr>
            <p:ph type="title"/>
          </p:nvPr>
        </p:nvSpPr>
        <p:spPr>
          <a:xfrm>
            <a:off x="212450" y="177900"/>
            <a:ext cx="70785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Anomalije konkurentnog izvršavanja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41"/>
          <p:cNvSpPr txBox="1"/>
          <p:nvPr>
            <p:ph idx="4294967295" type="body"/>
          </p:nvPr>
        </p:nvSpPr>
        <p:spPr>
          <a:xfrm>
            <a:off x="228600" y="891200"/>
            <a:ext cx="5814600" cy="40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Dirty Read — čitanje nepotvrđenih promena druge transakcije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Non-Repeatable Read — isti red daje različite vrednosti pri ponovljenom čitanju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Phantom Read — promena skupa redova koji zadovoljavaju isti uslov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Lost Update — jedna promena prepisuje rezultat druge transakcije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Write Skew — transakcije menjaju različite podatke, ali zajedno narušavaju poslovno pravilo</a:t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2"/>
          <p:cNvSpPr txBox="1"/>
          <p:nvPr>
            <p:ph type="title"/>
          </p:nvPr>
        </p:nvSpPr>
        <p:spPr>
          <a:xfrm>
            <a:off x="212450" y="177900"/>
            <a:ext cx="64488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Skew anomalija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42"/>
          <p:cNvSpPr txBox="1"/>
          <p:nvPr>
            <p:ph idx="4294967295" type="body"/>
          </p:nvPr>
        </p:nvSpPr>
        <p:spPr>
          <a:xfrm>
            <a:off x="212450" y="864125"/>
            <a:ext cx="4286100" cy="41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Nastaje kada konkurentne transakcije koriste isti snapshot podataka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Transakcije mogu menjati različite redove, pa nema direktnog write-write konflikta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Svaka transakcija je pojedinačno ispravna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Njihov zajednički rezultat može narušiti poslovno pravilo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Snapshot Isolation ne sprečava Write Skew anomaliju</a:t>
            </a:r>
            <a:endParaRPr sz="1400"/>
          </a:p>
        </p:txBody>
      </p:sp>
      <p:pic>
        <p:nvPicPr>
          <p:cNvPr id="348" name="Google Shape;34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1225" y="1009200"/>
            <a:ext cx="4395050" cy="90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1482" y="2363800"/>
            <a:ext cx="4374543" cy="83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3"/>
          <p:cNvSpPr txBox="1"/>
          <p:nvPr>
            <p:ph type="title"/>
          </p:nvPr>
        </p:nvSpPr>
        <p:spPr>
          <a:xfrm>
            <a:off x="212450" y="177900"/>
            <a:ext cx="81870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Nivoi izolacije transakcija</a:t>
            </a:r>
            <a:endParaRPr/>
          </a:p>
        </p:txBody>
      </p:sp>
      <p:sp>
        <p:nvSpPr>
          <p:cNvPr id="355" name="Google Shape;355;p43"/>
          <p:cNvSpPr txBox="1"/>
          <p:nvPr>
            <p:ph idx="4294967295" type="body"/>
          </p:nvPr>
        </p:nvSpPr>
        <p:spPr>
          <a:xfrm>
            <a:off x="212450" y="854675"/>
            <a:ext cx="4082400" cy="3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READ UNCOMMITTED </a:t>
            </a:r>
            <a:r>
              <a:rPr lang="en" sz="1400"/>
              <a:t>— u PostgreSQL-u se ponaša kao READ COMMITTED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READ COMMITTED </a:t>
            </a:r>
            <a:r>
              <a:rPr lang="en" sz="1400"/>
              <a:t>— svaki SQL iskaz dobija novi snapshot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REPEATABLE READ </a:t>
            </a:r>
            <a:r>
              <a:rPr lang="en" sz="1400"/>
              <a:t>— isti snapshot tokom cele transakcije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/>
              <a:t>SERIALIZABLE </a:t>
            </a:r>
            <a:r>
              <a:rPr lang="en" sz="1400"/>
              <a:t>— garantuje serializabilno ponašanje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Viši nivo izolacije pruža veću zaštitu od anomalija</a:t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4"/>
          <p:cNvSpPr txBox="1"/>
          <p:nvPr>
            <p:ph type="title"/>
          </p:nvPr>
        </p:nvSpPr>
        <p:spPr>
          <a:xfrm>
            <a:off x="212450" y="177900"/>
            <a:ext cx="81870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Poređenje nivoa izolacije</a:t>
            </a:r>
            <a:endParaRPr/>
          </a:p>
        </p:txBody>
      </p:sp>
      <p:pic>
        <p:nvPicPr>
          <p:cNvPr id="361" name="Google Shape;36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100" y="903075"/>
            <a:ext cx="6556175" cy="190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44"/>
          <p:cNvSpPr txBox="1"/>
          <p:nvPr>
            <p:ph idx="4294967295" type="body"/>
          </p:nvPr>
        </p:nvSpPr>
        <p:spPr>
          <a:xfrm>
            <a:off x="212450" y="2902775"/>
            <a:ext cx="6713400" cy="17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READ COMMITTED pruža najveću konkurentnost, ali dozvoljava više anomalija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REPEATABLE READ eliminiše većinu anomalija, ali je Write Skew i dalje moguć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SERIALIZABLE pruža najviši nivo zaštite i sprečava Write Skew</a:t>
            </a:r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5"/>
          <p:cNvSpPr txBox="1"/>
          <p:nvPr>
            <p:ph type="title"/>
          </p:nvPr>
        </p:nvSpPr>
        <p:spPr>
          <a:xfrm>
            <a:off x="212450" y="177900"/>
            <a:ext cx="85488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Multi-Version Concurrency Control (MVCC)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45"/>
          <p:cNvSpPr txBox="1"/>
          <p:nvPr>
            <p:ph idx="4294967295" type="body"/>
          </p:nvPr>
        </p:nvSpPr>
        <p:spPr>
          <a:xfrm>
            <a:off x="212450" y="964875"/>
            <a:ext cx="4031400" cy="3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PostgreSQL održava više verzija istog reda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Izmena podatka kreira novu verziju, umesto direktnog prepisivanja stare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Različite transakcije mogu videti različite verzije istog podatka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Čitanja ne blokiraju pisanja, a pisanja uglavnom ne blokiraju čitanja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MVCC predstavlja osnovu za Snapshot Isolation i SSI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xmin → transakcija koja je kreirala verziju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xmax → transakcija koja ju je obrisala/zamenila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369" name="Google Shape;36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4175" y="964875"/>
            <a:ext cx="19621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5150" y="1995000"/>
            <a:ext cx="160020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74163" y="3034650"/>
            <a:ext cx="2162175" cy="107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6"/>
          <p:cNvSpPr txBox="1"/>
          <p:nvPr>
            <p:ph type="title"/>
          </p:nvPr>
        </p:nvSpPr>
        <p:spPr>
          <a:xfrm>
            <a:off x="212450" y="177900"/>
            <a:ext cx="74715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Snapshot i Snapshot Isolation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46"/>
          <p:cNvSpPr txBox="1"/>
          <p:nvPr>
            <p:ph idx="4294967295" type="body"/>
          </p:nvPr>
        </p:nvSpPr>
        <p:spPr>
          <a:xfrm>
            <a:off x="212450" y="1248275"/>
            <a:ext cx="5168700" cy="37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Snapshot predstavlja konzistentan pogled na bazu u određenom trenutku</a:t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PostgreSQL pomoću snapshot-a određuje koje verzije redova su vidljive</a:t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Kod Snapshot Isolation-a transakcija koristi isti snapshot tokom celog trajanja</a:t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Promene drugih transakcija nakon kreiranja snapshot-a nisu odmah vidljive</a:t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PostgreSQL REPEATABLE READ implementira korišćenjem Snapshot Isolation-a</a:t>
            </a:r>
            <a:endParaRPr sz="1400"/>
          </a:p>
        </p:txBody>
      </p:sp>
      <p:pic>
        <p:nvPicPr>
          <p:cNvPr id="378" name="Google Shape;37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4150" y="1442250"/>
            <a:ext cx="3458049" cy="22590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7"/>
          <p:cNvSpPr txBox="1"/>
          <p:nvPr>
            <p:ph type="title"/>
          </p:nvPr>
        </p:nvSpPr>
        <p:spPr>
          <a:xfrm>
            <a:off x="212450" y="177900"/>
            <a:ext cx="85554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Ograničenja Snapshot Isolation modela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47"/>
          <p:cNvSpPr txBox="1"/>
          <p:nvPr>
            <p:ph idx="4294967295" type="body"/>
          </p:nvPr>
        </p:nvSpPr>
        <p:spPr>
          <a:xfrm>
            <a:off x="228600" y="825800"/>
            <a:ext cx="5152500" cy="41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Svaka transakcija koristi konzistentan snapshot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Transakcije mogu donositi odluke na osnovu istog početnog stanja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Izmene različitih redova ne moraju izazvati direktan konflikt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Moguće je narušavanje poslovnih pravila kroz Write Skew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Snapshot Isolation zato ne garantuje serializabilnost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8"/>
          <p:cNvSpPr txBox="1"/>
          <p:nvPr>
            <p:ph type="title"/>
          </p:nvPr>
        </p:nvSpPr>
        <p:spPr>
          <a:xfrm>
            <a:off x="212450" y="177900"/>
            <a:ext cx="7764600" cy="124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Serializable Snapshot Isolation (SSI)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48"/>
          <p:cNvSpPr txBox="1"/>
          <p:nvPr>
            <p:ph idx="4294967295" type="body"/>
          </p:nvPr>
        </p:nvSpPr>
        <p:spPr>
          <a:xfrm>
            <a:off x="228600" y="825800"/>
            <a:ext cx="4083000" cy="41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PostgreSQL koristi SSI za implementaciju SERIALIZABLE nivoa izolacije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Zadržava prednosti Snapshot Isolation i MVCC pristupa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Prati zavisnosti između konkurentnih transakcija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Prepoznaje obrasce koji mogu dovesti do serialization anomaly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Rizična transakcija se prekida uz serialization failure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Rezultat uspešnih transakcija odgovara nekom serijskom redosledu izvršavanja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9"/>
          <p:cNvSpPr txBox="1"/>
          <p:nvPr>
            <p:ph type="title"/>
          </p:nvPr>
        </p:nvSpPr>
        <p:spPr>
          <a:xfrm>
            <a:off x="212450" y="177900"/>
            <a:ext cx="7620000" cy="124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Zavisnosti i Serialization Graph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49"/>
          <p:cNvSpPr txBox="1"/>
          <p:nvPr>
            <p:ph idx="4294967295" type="body"/>
          </p:nvPr>
        </p:nvSpPr>
        <p:spPr>
          <a:xfrm>
            <a:off x="228600" y="825800"/>
            <a:ext cx="4083000" cy="41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Konkurentne transakcije mogu formirati zavisnosti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Posebno je važna read-write (rw) zavisnost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Transakcije se mogu predstaviti kao čvorovi u Serialization Graph-u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Zavisnosti između transakcija predstavljaju usmerene grane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Ciklus u grafu ukazuje da izvršavanje nije serializabilno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0"/>
          <p:cNvSpPr txBox="1"/>
          <p:nvPr>
            <p:ph type="title"/>
          </p:nvPr>
        </p:nvSpPr>
        <p:spPr>
          <a:xfrm>
            <a:off x="212450" y="177900"/>
            <a:ext cx="7620000" cy="16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Dangerous Structures i Predicate Locking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50"/>
          <p:cNvSpPr txBox="1"/>
          <p:nvPr>
            <p:ph idx="4294967295" type="body"/>
          </p:nvPr>
        </p:nvSpPr>
        <p:spPr>
          <a:xfrm>
            <a:off x="228600" y="1222225"/>
            <a:ext cx="4083000" cy="372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SSI prati read-write (rw) zavisnosti između konkurentnih transakcija</a:t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Kombinacija određenih rw zavisnosti formira dangerous structure</a:t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Dangerous structure ukazuje na mogućnost serialization anomalije</a:t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PostgreSQL koristi SIREAD predicate locks za praćenje pročitanih podataka</a:t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SIREAD zaključavanja ne blokiraju druge transakcije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1"/>
          <p:cNvSpPr txBox="1"/>
          <p:nvPr>
            <p:ph type="title"/>
          </p:nvPr>
        </p:nvSpPr>
        <p:spPr>
          <a:xfrm>
            <a:off x="212450" y="177900"/>
            <a:ext cx="8526300" cy="124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Serialization Failure i retry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51"/>
          <p:cNvSpPr txBox="1"/>
          <p:nvPr>
            <p:ph idx="4294967295" type="body"/>
          </p:nvPr>
        </p:nvSpPr>
        <p:spPr>
          <a:xfrm>
            <a:off x="228600" y="825800"/>
            <a:ext cx="3268200" cy="412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SSI detektuje potencijalnu serialization anomaliju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PostgreSQL prekida jednu od konfliktnih transakcija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Transakcija dobija grešku serialization_failure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Promene prekinute transakcije se poništavaju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Aplikacija može ponovo izvršiti transakciju (retry)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Uspešno završene transakcije zadržavaju serializabilan rezultat</a:t>
            </a:r>
            <a:endParaRPr sz="14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409" name="Google Shape;40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9975" y="1799025"/>
            <a:ext cx="4804375" cy="56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2"/>
          <p:cNvSpPr txBox="1"/>
          <p:nvPr>
            <p:ph type="title"/>
          </p:nvPr>
        </p:nvSpPr>
        <p:spPr>
          <a:xfrm>
            <a:off x="212450" y="177900"/>
            <a:ext cx="6739800" cy="1662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Praktični deo: eksperimentalno okruženje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52"/>
          <p:cNvSpPr txBox="1"/>
          <p:nvPr/>
        </p:nvSpPr>
        <p:spPr>
          <a:xfrm>
            <a:off x="212450" y="1644125"/>
            <a:ext cx="4860300" cy="25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Eksperiment realizovan u PostgreSQL-u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Korišćene su dve paralelne transakcije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Definisano poslovno pravilo: najmanje jedan lekar mora biti na dežurstvu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Testiran isti scenario sa REPEATABLE READ i SERIALIZABLE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Praćeni su ishod transakcija i konačno stanje podataka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16" name="Google Shape;41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8775" y="1644125"/>
            <a:ext cx="3752850" cy="218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3"/>
          <p:cNvSpPr txBox="1"/>
          <p:nvPr>
            <p:ph type="title"/>
          </p:nvPr>
        </p:nvSpPr>
        <p:spPr>
          <a:xfrm>
            <a:off x="212450" y="177900"/>
            <a:ext cx="6739800" cy="1246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Skew sa REPEATABLE READ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53"/>
          <p:cNvSpPr txBox="1"/>
          <p:nvPr/>
        </p:nvSpPr>
        <p:spPr>
          <a:xfrm>
            <a:off x="161525" y="786900"/>
            <a:ext cx="4860300" cy="30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Obe transakcije koriste REPEATABLE READ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T1 i T2 vide isti početni snapshot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Svaka transakcija vidi drugog lekara na dežurstvu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Transakcije menjaju različite redove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Obe transakcije uspešno izvršavaju COMMIT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Rezultat je Write Skew anomalija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3" name="Google Shape;423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6913" y="846738"/>
            <a:ext cx="4200525" cy="136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6900" y="2357138"/>
            <a:ext cx="4400550" cy="136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4875" y="3080850"/>
            <a:ext cx="2028825" cy="78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4"/>
          <p:cNvSpPr txBox="1"/>
          <p:nvPr>
            <p:ph type="title"/>
          </p:nvPr>
        </p:nvSpPr>
        <p:spPr>
          <a:xfrm>
            <a:off x="212450" y="177900"/>
            <a:ext cx="74715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Skew sa SERIALIZABLE / SSI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54"/>
          <p:cNvSpPr txBox="1"/>
          <p:nvPr>
            <p:ph idx="4294967295" type="body"/>
          </p:nvPr>
        </p:nvSpPr>
        <p:spPr>
          <a:xfrm>
            <a:off x="212450" y="780850"/>
            <a:ext cx="5168700" cy="42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Obe transakcije koriste SERIALIZABLE nivo izolacije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T1 i T2 ponovo rade nad konkurentnim snapshot-ima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SSI prati read-write zavisnosti između transakcija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PostgreSQL prepoznaje rizik od serialization anomalije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Jedna transakcija se prekida uz Serialization Failure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Poslovno pravilo ostaje očuvano</a:t>
            </a:r>
            <a:endParaRPr sz="1400"/>
          </a:p>
        </p:txBody>
      </p:sp>
      <p:pic>
        <p:nvPicPr>
          <p:cNvPr id="432" name="Google Shape;432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9000" y="780850"/>
            <a:ext cx="3095625" cy="174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4725" y="2676325"/>
            <a:ext cx="2924175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7675" y="3190225"/>
            <a:ext cx="5483751" cy="647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79050" y="3962225"/>
            <a:ext cx="1914525" cy="93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55"/>
          <p:cNvSpPr txBox="1"/>
          <p:nvPr>
            <p:ph type="title"/>
          </p:nvPr>
        </p:nvSpPr>
        <p:spPr>
          <a:xfrm>
            <a:off x="212450" y="177900"/>
            <a:ext cx="7471500" cy="83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Rezultati i zaključak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55"/>
          <p:cNvSpPr txBox="1"/>
          <p:nvPr>
            <p:ph idx="4294967295" type="body"/>
          </p:nvPr>
        </p:nvSpPr>
        <p:spPr>
          <a:xfrm>
            <a:off x="212450" y="780850"/>
            <a:ext cx="5168700" cy="42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MVCC omogućava visok nivo konkurentnosti transakcija</a:t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Snapshot Isolation pruža konzistentan pogled na podatke, ali ne garantuje serializabilnost</a:t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REPEATABLE READ može dozvoliti Write Skew anomaliju</a:t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SSI prati zavisnosti između konkurentnih transakcija</a:t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SERIALIZABLE sprečava ne-serializabilne ishode kroz Serialization Failure</a:t>
            </a:r>
            <a:endParaRPr sz="14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SSI predstavlja kompromis između konkurentnosti i stroge izolacije</a:t>
            </a:r>
            <a:endParaRPr sz="1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56"/>
          <p:cNvSpPr txBox="1"/>
          <p:nvPr>
            <p:ph type="title"/>
          </p:nvPr>
        </p:nvSpPr>
        <p:spPr>
          <a:xfrm>
            <a:off x="977700" y="1410450"/>
            <a:ext cx="7188600" cy="232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Hvala na pažnji!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Quarterly Review (Futuristic)">
  <a:themeElements>
    <a:clrScheme name="Simple Light">
      <a:dk1>
        <a:srgbClr val="070707"/>
      </a:dk1>
      <a:lt1>
        <a:srgbClr val="FFFFFF"/>
      </a:lt1>
      <a:dk2>
        <a:srgbClr val="004741"/>
      </a:dk2>
      <a:lt2>
        <a:srgbClr val="F4F4F4"/>
      </a:lt2>
      <a:accent1>
        <a:srgbClr val="6DCFBE"/>
      </a:accent1>
      <a:accent2>
        <a:srgbClr val="81F5FF"/>
      </a:accent2>
      <a:accent3>
        <a:srgbClr val="202020"/>
      </a:accent3>
      <a:accent4>
        <a:srgbClr val="008585"/>
      </a:accent4>
      <a:accent5>
        <a:srgbClr val="808080"/>
      </a:accent5>
      <a:accent6>
        <a:srgbClr val="9AE9FF"/>
      </a:accent6>
      <a:hlink>
        <a:srgbClr val="6DCFB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